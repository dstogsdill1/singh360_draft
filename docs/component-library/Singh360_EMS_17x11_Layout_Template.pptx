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5448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11480"/>
          </a:xfrm>
          <a:prstGeom prst="rect">
            <a:avLst/>
          </a:prstGeom>
          <a:solidFill>
            <a:srgbClr val="2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508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SINGH360 EMS LAYOUT — BLANK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15087600" cy="7635240"/>
          </a:xfrm>
          <a:prstGeom prst="rect">
            <a:avLst/>
          </a:prstGeom>
          <a:noFill/>
          <a:ln w="12700">
            <a:solidFill>
              <a:srgbClr val="87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973"/>
                </a:solidFill>
              </a:defRPr>
            </a:pPr>
            <a:r>
              <a:t>17 × 11 landscape; use the body area for rough component placement.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394192"/>
            <a:ext cx="1508760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796528"/>
            <a:ext cx="1444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973"/>
                </a:solidFill>
              </a:defRPr>
            </a:pPr>
            <a:r>
              <a:t>TITLE BLOCK / APP OUTPUT AREA — KEEP LAYOUT OBJECTS ABOVE THIS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11480"/>
          </a:xfrm>
          <a:prstGeom prst="rect">
            <a:avLst/>
          </a:prstGeom>
          <a:solidFill>
            <a:srgbClr val="2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508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INTERIOR DEVICE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15087600" cy="7635240"/>
          </a:xfrm>
          <a:prstGeom prst="rect">
            <a:avLst/>
          </a:prstGeom>
          <a:noFill/>
          <a:ln w="12700">
            <a:solidFill>
              <a:srgbClr val="87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973"/>
                </a:solidFill>
              </a:defRPr>
            </a:pPr>
            <a:r>
              <a:t>Use Singh360 component palette objects; preserve standard sizes.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394192"/>
            <a:ext cx="1508760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796528"/>
            <a:ext cx="1444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973"/>
                </a:solidFill>
              </a:defRPr>
            </a:pPr>
            <a:r>
              <a:t>TITLE BLOCK / APP OUTPUT AREA — KEEP LAYOUT OBJECTS ABOVE THIS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11480"/>
          </a:xfrm>
          <a:prstGeom prst="rect">
            <a:avLst/>
          </a:prstGeom>
          <a:solidFill>
            <a:srgbClr val="2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508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WICP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15087600" cy="7635240"/>
          </a:xfrm>
          <a:prstGeom prst="rect">
            <a:avLst/>
          </a:prstGeom>
          <a:noFill/>
          <a:ln w="12700">
            <a:solidFill>
              <a:srgbClr val="87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973"/>
                </a:solidFill>
              </a:defRPr>
            </a:pPr>
            <a:r>
              <a:t>Place safety symbols, WICP controls, notes, and signage callouts.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394192"/>
            <a:ext cx="1508760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796528"/>
            <a:ext cx="1444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973"/>
                </a:solidFill>
              </a:defRPr>
            </a:pPr>
            <a:r>
              <a:t>TITLE BLOCK / APP OUTPUT AREA — KEEP LAYOUT OBJECTS ABOVE THIS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00" cy="411480"/>
          </a:xfrm>
          <a:prstGeom prst="rect">
            <a:avLst/>
          </a:prstGeom>
          <a:solidFill>
            <a:srgbClr val="26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508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RDM / IDF NETWORK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94360"/>
            <a:ext cx="15087600" cy="7635240"/>
          </a:xfrm>
          <a:prstGeom prst="rect">
            <a:avLst/>
          </a:prstGeom>
          <a:noFill/>
          <a:ln w="12700">
            <a:solidFill>
              <a:srgbClr val="87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973"/>
                </a:solidFill>
              </a:defRPr>
            </a:pPr>
            <a:r>
              <a:t>Place RDM Data Manager, IDF/MDF, network devices, and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394192"/>
            <a:ext cx="1508760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796528"/>
            <a:ext cx="1444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973"/>
                </a:solidFill>
              </a:defRPr>
            </a:pPr>
            <a:r>
              <a:t>TITLE BLOCK / APP OUTPUT AREA — KEEP LAYOUT OBJECTS ABOVE THIS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